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4f1b8be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4f1b8be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4f1b8be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4f1b8be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4f1b8bed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4f1b8bed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74f1b8bed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74f1b8bed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74f1b8bed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74f1b8be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74f1b8b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74f1b8b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74f1b8be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74f1b8be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4f1b8bed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74f1b8be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74f1b8bed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74f1b8bed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763034a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763034a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c6626b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9c6626b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4f1b8bed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74f1b8bed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74f1b8bed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74f1b8be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763034a7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763034a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63034a7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63034a7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763034a7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763034a7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11191a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a11191a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c6626b5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9c6626b5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c6626b56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9c6626b56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a0fe170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a0fe170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c6626b5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9c6626b5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a0fe170c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a0fe170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c6626b56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9c6626b56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11191aa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a11191aa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74f1b8bed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74f1b8bed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roadmap.sh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sindresorhus/awesom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Carreira Tech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Dicas de quem já está no mercado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Formado em Sistemas de Informaç</a:t>
            </a:r>
            <a:r>
              <a:rPr lang="pt-BR"/>
              <a:t>ão - Unipar turma de 2012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Pós-graduação em Desenvolvimento Mobile, Universidade Estácio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Pós-graduação em Desenvolvimento de Sistemas com Java, Unyleya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Trabalho como Tech Leader na Involves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Mais de 10 anos trabalhando na área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pt-BR"/>
              <a:t>Suporte técnico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ERP Sapiens - Senior Sistemas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pt-BR"/>
              <a:t>Tutor mediador (Unipar)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4 Cursos da área de 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pt-BR"/>
              <a:t>Desenvolvedor Fullstack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JSP/JSF, Javascript, jQuery, Angular, React, </a:t>
            </a:r>
            <a:r>
              <a:rPr lang="pt-BR"/>
              <a:t>Typescript</a:t>
            </a:r>
            <a:r>
              <a:rPr lang="pt-BR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pt-BR"/>
              <a:t>Desenvolvedor Backend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Java, PHP, Kotlin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pt-BR"/>
              <a:t>Desenvolvedor Mobile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Flutter, React Native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pt-BR"/>
              <a:t>Tech Leader (Mobile)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Equipe de 8 pessoas</a:t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Anderson Pereira de Souza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Tema principal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Compartilhar conhecimentos sobre a carreira Tech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Dicas e sugest</a:t>
            </a:r>
            <a:r>
              <a:rPr lang="pt-BR"/>
              <a:t>ões sobre vários momentos da carreira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Temas </a:t>
            </a:r>
            <a:r>
              <a:rPr lang="pt-BR"/>
              <a:t>distribuídos</a:t>
            </a:r>
            <a:r>
              <a:rPr lang="pt-BR"/>
              <a:t> em </a:t>
            </a:r>
            <a:r>
              <a:rPr lang="pt-BR"/>
              <a:t>pílulas</a:t>
            </a:r>
            <a:r>
              <a:rPr lang="pt-BR"/>
              <a:t> de conhecimento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DISCLAIMER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N</a:t>
            </a:r>
            <a:r>
              <a:rPr lang="pt-BR"/>
              <a:t>ão sou o dono da verdade! Sinta-se à vontade para discordar dos pontos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Trago alguns pontos polêmicos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Anote e traga dúvidas no final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</a:t>
            </a:r>
            <a:r>
              <a:rPr lang="pt-BR"/>
              <a:t>ício da carreira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Não subestimem o valor da faculdade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Faculdade </a:t>
            </a:r>
            <a:r>
              <a:rPr lang="pt-BR"/>
              <a:t>é valorizada por profissionais de RH (que vão te contratar)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Pode abrir várias portas, </a:t>
            </a:r>
            <a:r>
              <a:rPr lang="pt-BR" u="sng"/>
              <a:t>principalmente para os primeiros empregos</a:t>
            </a:r>
            <a:endParaRPr u="sng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Aborda disciplinas fundamentais para formar bons profissionais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>
                <a:solidFill>
                  <a:schemeClr val="dk1"/>
                </a:solidFill>
              </a:rPr>
              <a:t>Lógica de programação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Programação Orientada a Objetos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Banco de dados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Estrutura e Classificação </a:t>
            </a:r>
            <a:r>
              <a:rPr lang="pt-BR"/>
              <a:t>d</a:t>
            </a:r>
            <a:r>
              <a:rPr lang="pt-BR"/>
              <a:t>e dados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etc.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A faculdade n</a:t>
            </a:r>
            <a:r>
              <a:rPr lang="pt-BR"/>
              <a:t>ão te ensina tudo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 faculdade sempre estar</a:t>
            </a:r>
            <a:r>
              <a:rPr lang="pt-BR"/>
              <a:t>á atrás do mercado de trabalho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Tecnologias são lançadas constantemente e a faculdade sempre corre atrás para poder trazer aos acadêmicos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 faculdade te dará as bases e você precisa ir além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Roadmap =&gt;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https://roadmap.sh/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Aprenda a aprender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Ser autodidata </a:t>
            </a:r>
            <a:r>
              <a:rPr lang="pt-BR"/>
              <a:t>é a skill mais valiosa do bom profissional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Manter-se em constante atualização faz você sempre ser relevante no mercado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Preenche as lacunas da faculdade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Aprenda com projetos pessoais concretos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Busque conhecimento em diversas plataformas e formatos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Livros, cursos, Palestras, Podcasts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Crie um diário de aprendizado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Anote semanalmente o que você aprendeu e o que quer aprender na semana seguinte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Faça networking real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pt-BR">
                <a:solidFill>
                  <a:schemeClr val="dk1"/>
                </a:solidFill>
              </a:rPr>
              <a:t>Networking é m</a:t>
            </a:r>
            <a:r>
              <a:rPr lang="pt-BR">
                <a:solidFill>
                  <a:schemeClr val="dk1"/>
                </a:solidFill>
              </a:rPr>
              <a:t>uito importante principalmente para primeiros empregos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Faculdade </a:t>
            </a:r>
            <a:r>
              <a:rPr lang="pt-BR"/>
              <a:t>é uma boa forma de Networking com alunos e professores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Permite ensinar e aprender coisas novas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Não foque somente no LinkedIn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Faculdade e eventos são bons locais para networking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36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N</a:t>
            </a:r>
            <a:r>
              <a:rPr lang="pt-BR"/>
              <a:t>ão se apegue a ferramentas no início 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N</a:t>
            </a:r>
            <a:r>
              <a:rPr lang="pt-BR"/>
              <a:t>ão se apegue a linguagens ou ferramentas no começo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Linguagens mudam e frameworks passam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Foque em aprender os fundamentos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>
                <a:solidFill>
                  <a:schemeClr val="dk1"/>
                </a:solidFill>
              </a:rPr>
              <a:t>Ferramentas que vão usar no futuro pode nem ter sido criadas ainda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</a:t>
            </a:r>
            <a:r>
              <a:rPr lang="pt-BR"/>
              <a:t>Mude sua fala com base nas pessoas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Mude a forma de falar pelas pessoas na sala (Tech, RH, Diretores, etc)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Com o RH/Diretor, fale sobre resolução de problemas, trabalho em equipe e impacto. 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Com Devs, aprofunde em tecnologia e arquitetura. 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Evite jargões com não-techs.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Dicas: use frases como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RH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“Quero sair da minha zona de conforto e encarar novos desafios”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“Melhorei o fluxo de trabalho e isso proporcionou ganhos a empresa”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Tech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“Gosto de estudar e estou sempre buscando novas tecnologias”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Carreira em progresso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Aprenda a tomar decis</a:t>
            </a:r>
            <a:r>
              <a:rPr lang="pt-BR"/>
              <a:t>ões</a:t>
            </a:r>
            <a:endParaRPr/>
          </a:p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Saiba tomar decis</a:t>
            </a:r>
            <a:r>
              <a:rPr lang="pt-BR"/>
              <a:t>ões analisando prós e contras de forma analítica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>
                <a:solidFill>
                  <a:schemeClr val="dk1"/>
                </a:solidFill>
              </a:rPr>
              <a:t>Evite o “</a:t>
            </a:r>
            <a:r>
              <a:rPr b="1" i="1" lang="pt-BR">
                <a:solidFill>
                  <a:schemeClr val="dk1"/>
                </a:solidFill>
              </a:rPr>
              <a:t>escolhi tal tecnologia pois Empresa Y usa</a:t>
            </a:r>
            <a:r>
              <a:rPr lang="pt-BR">
                <a:solidFill>
                  <a:schemeClr val="dk1"/>
                </a:solidFill>
              </a:rPr>
              <a:t>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Entenda que seu momento é diferente do momento do outro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Assuma responsabilidade pela decisão final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Vídeo do Fábio Akita </a:t>
            </a:r>
            <a:r>
              <a:rPr lang="pt-BR"/>
              <a:t>“</a:t>
            </a:r>
            <a:r>
              <a:rPr b="1" i="1" lang="pt-BR"/>
              <a:t>Não Terceirize suas Decisões!</a:t>
            </a:r>
            <a:r>
              <a:rPr lang="pt-BR"/>
              <a:t>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Cuidado com Hypes</a:t>
            </a:r>
            <a:endParaRPr/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Hypes muitas vezes s</a:t>
            </a:r>
            <a:r>
              <a:rPr lang="pt-BR"/>
              <a:t>ão modas passageiras ou exageros do mercado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Podem te levar a investir tempo e dinheiro em algo sem futuro </a:t>
            </a:r>
            <a:r>
              <a:rPr lang="pt-BR" sz="1500"/>
              <a:t>(ou muito distante)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pt-BR">
                <a:solidFill>
                  <a:schemeClr val="dk1"/>
                </a:solidFill>
              </a:rPr>
              <a:t>Não seja enganado por promessas milagrosas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/>
              <a:t>Dica: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Busque por opções já consolidadas no mercado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Mantenha a calma e controle as emoções antes de tomar decisões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Quanto tempo devo ficar na mesma empresa?</a:t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Fique na empresa enquanto estiver crescendo e evoluindo na carreira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No </a:t>
            </a:r>
            <a:r>
              <a:rPr b="1" lang="pt-BR" u="sng"/>
              <a:t>início</a:t>
            </a:r>
            <a:r>
              <a:rPr b="1" lang="pt-BR"/>
              <a:t> </a:t>
            </a:r>
            <a:r>
              <a:rPr lang="pt-BR"/>
              <a:t>da carreira, ideal s</a:t>
            </a:r>
            <a:r>
              <a:rPr lang="pt-BR"/>
              <a:t>ão ciclos de</a:t>
            </a:r>
            <a:r>
              <a:rPr lang="pt-BR"/>
              <a:t> 1 a 3 anos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Procure novas oportunidades enquanto est</a:t>
            </a:r>
            <a:r>
              <a:rPr lang="pt-BR"/>
              <a:t>á empregado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Seja </a:t>
            </a:r>
            <a:r>
              <a:rPr b="1" lang="pt-BR"/>
              <a:t>egoísta</a:t>
            </a:r>
            <a:r>
              <a:rPr b="1" lang="pt-BR"/>
              <a:t> </a:t>
            </a:r>
            <a:r>
              <a:rPr lang="pt-BR"/>
              <a:t>com sua carreira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Avalie se aprendeu algo realmente novo nas últimas semanas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Se estiver fazendo mais do mesmo, pode ser um indicativo de mudança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Erre e aprenda com seus erros RÁPIDO!</a:t>
            </a:r>
            <a:endParaRPr/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Voc</a:t>
            </a:r>
            <a:r>
              <a:rPr lang="pt-BR"/>
              <a:t>ê vai errar, faz parte, aprenda com os erros e evite-os no futuro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Errar 1 vez é humano, errar repetidas vezes a mesma coisa é …..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Saiba aprender também com erros alheios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Documentos de Post-mortem são boas opções para avaliar erros e problemas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Não se martirize pelo erro, saiba ser humilde consigo mesmo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Aprenda a surfar boas ondas</a:t>
            </a:r>
            <a:endParaRPr/>
          </a:p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Aprenda a identificar tendências reais no início e posicionar sua carreira para aproveitar a oportunidade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Boom do Mobile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>
                <a:solidFill>
                  <a:schemeClr val="dk1"/>
                </a:solidFill>
              </a:rPr>
              <a:t>Vagas Remotas (pandemia)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Busque ser um profissional em T</a:t>
            </a:r>
            <a:endParaRPr/>
          </a:p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Aprenda um pouco de cada área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Se aprofunde em uma área de interesse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>
                <a:solidFill>
                  <a:schemeClr val="dk1"/>
                </a:solidFill>
              </a:rPr>
              <a:t>Tenha conhecimento razoável para executar tarefas sem muita dependência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>
                <a:solidFill>
                  <a:schemeClr val="dk1"/>
                </a:solidFill>
              </a:rPr>
              <a:t>Empresas preferem profissionais mais completos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4933225" y="11524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20"/>
              <a:t>Frontend</a:t>
            </a:r>
            <a:endParaRPr sz="1220"/>
          </a:p>
        </p:txBody>
      </p:sp>
      <p:sp>
        <p:nvSpPr>
          <p:cNvPr id="157" name="Google Shape;157;p30"/>
          <p:cNvSpPr/>
          <p:nvPr/>
        </p:nvSpPr>
        <p:spPr>
          <a:xfrm>
            <a:off x="7459735" y="11524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20"/>
              <a:t>Business</a:t>
            </a:r>
            <a:endParaRPr sz="1220"/>
          </a:p>
        </p:txBody>
      </p:sp>
      <p:sp>
        <p:nvSpPr>
          <p:cNvPr id="158" name="Google Shape;158;p30"/>
          <p:cNvSpPr/>
          <p:nvPr/>
        </p:nvSpPr>
        <p:spPr>
          <a:xfrm>
            <a:off x="5775395" y="11524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20"/>
              <a:t>Mobile</a:t>
            </a:r>
            <a:endParaRPr sz="1220"/>
          </a:p>
        </p:txBody>
      </p:sp>
      <p:sp>
        <p:nvSpPr>
          <p:cNvPr id="159" name="Google Shape;159;p30"/>
          <p:cNvSpPr/>
          <p:nvPr/>
        </p:nvSpPr>
        <p:spPr>
          <a:xfrm>
            <a:off x="6617565" y="11524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20"/>
              <a:t>Backend</a:t>
            </a:r>
            <a:endParaRPr sz="1220"/>
          </a:p>
        </p:txBody>
      </p:sp>
      <p:sp>
        <p:nvSpPr>
          <p:cNvPr id="160" name="Google Shape;160;p30"/>
          <p:cNvSpPr/>
          <p:nvPr/>
        </p:nvSpPr>
        <p:spPr>
          <a:xfrm>
            <a:off x="8301905" y="11524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20"/>
              <a:t>Testes</a:t>
            </a:r>
            <a:endParaRPr sz="1220"/>
          </a:p>
        </p:txBody>
      </p:sp>
      <p:sp>
        <p:nvSpPr>
          <p:cNvPr id="161" name="Google Shape;161;p30"/>
          <p:cNvSpPr/>
          <p:nvPr/>
        </p:nvSpPr>
        <p:spPr>
          <a:xfrm>
            <a:off x="6617552" y="15778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20"/>
              <a:t>Frameworks</a:t>
            </a:r>
            <a:endParaRPr sz="1020"/>
          </a:p>
        </p:txBody>
      </p:sp>
      <p:sp>
        <p:nvSpPr>
          <p:cNvPr id="162" name="Google Shape;162;p30"/>
          <p:cNvSpPr/>
          <p:nvPr/>
        </p:nvSpPr>
        <p:spPr>
          <a:xfrm>
            <a:off x="6617577" y="20032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20"/>
              <a:t>API Design</a:t>
            </a:r>
            <a:endParaRPr sz="1020"/>
          </a:p>
        </p:txBody>
      </p:sp>
      <p:sp>
        <p:nvSpPr>
          <p:cNvPr id="163" name="Google Shape;163;p30"/>
          <p:cNvSpPr/>
          <p:nvPr/>
        </p:nvSpPr>
        <p:spPr>
          <a:xfrm>
            <a:off x="6617552" y="24286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20"/>
              <a:t>ORMs</a:t>
            </a:r>
            <a:endParaRPr sz="1020"/>
          </a:p>
        </p:txBody>
      </p:sp>
      <p:sp>
        <p:nvSpPr>
          <p:cNvPr id="164" name="Google Shape;164;p30"/>
          <p:cNvSpPr/>
          <p:nvPr/>
        </p:nvSpPr>
        <p:spPr>
          <a:xfrm>
            <a:off x="6617577" y="28540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20"/>
              <a:t>Mensageria &amp; Cache</a:t>
            </a:r>
            <a:endParaRPr sz="1020"/>
          </a:p>
        </p:txBody>
      </p:sp>
      <p:sp>
        <p:nvSpPr>
          <p:cNvPr id="165" name="Google Shape;165;p30"/>
          <p:cNvSpPr/>
          <p:nvPr/>
        </p:nvSpPr>
        <p:spPr>
          <a:xfrm>
            <a:off x="6617552" y="32794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20"/>
              <a:t>Segurança</a:t>
            </a:r>
            <a:endParaRPr sz="1020"/>
          </a:p>
        </p:txBody>
      </p:sp>
      <p:sp>
        <p:nvSpPr>
          <p:cNvPr id="166" name="Google Shape;166;p30"/>
          <p:cNvSpPr/>
          <p:nvPr/>
        </p:nvSpPr>
        <p:spPr>
          <a:xfrm>
            <a:off x="6617552" y="37048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20"/>
              <a:t>Infra &amp; Cloud</a:t>
            </a:r>
            <a:endParaRPr sz="1020"/>
          </a:p>
        </p:txBody>
      </p:sp>
      <p:sp>
        <p:nvSpPr>
          <p:cNvPr id="167" name="Google Shape;167;p30"/>
          <p:cNvSpPr/>
          <p:nvPr/>
        </p:nvSpPr>
        <p:spPr>
          <a:xfrm>
            <a:off x="6617552" y="4130275"/>
            <a:ext cx="842100" cy="425400"/>
          </a:xfrm>
          <a:prstGeom prst="rect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75" lIns="79675" spcFirstLastPara="1" rIns="79675" wrap="square" tIns="7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20"/>
              <a:t>Arquitetura</a:t>
            </a:r>
            <a:endParaRPr sz="102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Aumente sua caixa de ferramentas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Busque conhecer novas ferramentas e libs para resolver problemas com a ferramenta certa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Evite sempre usar apenas as ferramentas que você conhece para tudo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EX: sei PHP e quero criar um APP iOS com essa linguagem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i="1" lang="pt-BR">
                <a:solidFill>
                  <a:schemeClr val="dk1"/>
                </a:solidFill>
              </a:rPr>
              <a:t>“Para quem só sabe usar martelo, todo problema é um prego”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Roadmap.sh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Awesome List</a:t>
            </a:r>
            <a:r>
              <a:rPr lang="pt-BR"/>
              <a:t>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https://github.com/sindresorhus/awesome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N</a:t>
            </a:r>
            <a:r>
              <a:rPr lang="pt-BR"/>
              <a:t>ão delegue tudo para a IA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IA alucina e mente com convicç</a:t>
            </a:r>
            <a:r>
              <a:rPr lang="pt-BR"/>
              <a:t>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Você só saberá se a IA alucinou se você souber o que esperar da saída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Trate a IA como uma ferramenta e um </a:t>
            </a:r>
            <a:r>
              <a:rPr b="1" lang="pt-BR"/>
              <a:t>copiloto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Saiba gerenciar seu tempo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Equilibre seu tempo com Trabalho, Estudo, Exercícios e Lazer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Defina prioridades e se comprometa com elas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Planeje seus momentos di</a:t>
            </a:r>
            <a:r>
              <a:rPr lang="pt-BR"/>
              <a:t>ários com antecedência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Reserve pelo menos algumas horas para as 4 grandes áreas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N</a:t>
            </a:r>
            <a:r>
              <a:rPr lang="pt-BR"/>
              <a:t>ão subestime as Soft-Skills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Habilidades de conversaç</a:t>
            </a:r>
            <a:r>
              <a:rPr lang="pt-BR"/>
              <a:t>ão são importantes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Clareza na comunicação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Aprenda a dizer não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Dica: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Cuide da sua saúde mental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Ansiedade, burnout e </a:t>
            </a:r>
            <a:r>
              <a:rPr lang="pt-BR"/>
              <a:t>síndrome</a:t>
            </a:r>
            <a:r>
              <a:rPr lang="pt-BR"/>
              <a:t> do impostor são muito comuns em 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Busque relaxar e se desligar de vez em quando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Busque terapia caso necessário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 # - </a:t>
            </a:r>
            <a:r>
              <a:rPr b="1" lang="pt-BR" sz="2700">
                <a:solidFill>
                  <a:srgbClr val="F8FAFC"/>
                </a:solidFill>
              </a:rPr>
              <a:t>Visão de Longo Prazo</a:t>
            </a:r>
            <a:endParaRPr b="1" sz="2700">
              <a:solidFill>
                <a:srgbClr val="F8FAFC"/>
              </a:solidFill>
            </a:endParaRPr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Não delegue para a empresa o rumo da sua carreira.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Não trate exceções como regra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Busque sempre saber aquilo que você ainda não sabe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Sua evolução depende do seu plano, não só do PDI do emprego atual.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Leia livros técnicos de base, não apenas tutoriais rasos da internet.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209" name="Google Shape;209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Estou </a:t>
            </a:r>
            <a:r>
              <a:rPr lang="pt-BR"/>
              <a:t>à disposição para tirar dúvidas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000000"/>
      </a:lt1>
      <a:dk2>
        <a:srgbClr val="303030"/>
      </a:dk2>
      <a:lt2>
        <a:srgbClr val="FFFFFF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